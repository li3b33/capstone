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70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283464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pic>
        <p:nvPicPr>
          <p:cNvPr id="3" name="logo Somos Vecinos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97280"/>
            <a:ext cx="2377440" cy="18180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40480" y="914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Unidad Territorial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FDBFE"/>
                </a:solidFill>
              </a:rPr>
              <a:t>Plataforma de gestión web para Juntas de Vecinos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3108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Alan Andres Enrique Barria Barria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Profesor: German Gabriel Barrientos Tereucan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Ingeniería en Informática · Sede Puerto Montt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gestión manual en las Juntas de Vecinos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3444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Procesos informales: cuadernos, WhatsApp y planillas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91109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4825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911096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Demoras en la emisión de certificados de residencia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58775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2491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58775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Difícil reservar espacios comunitarios (canchas, sedes)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26440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0156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264408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Pérdida de información y falta de trazabilidad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548640" y="394106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078224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3941064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Poca transparencia hacia el vecino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Unidad Territorial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Plataforma web responsiva que digitaliza la junta de vecinos, pensada para personas sin conocimientos técnicos.</a:t>
            </a:r>
            <a:endParaRPr lang="en-US" sz="1500" dirty="0"/>
          </a:p>
        </p:txBody>
      </p:sp>
      <p:sp>
        <p:nvSpPr>
          <p:cNvPr id="4" name="tarjeta Para el Vecino"/>
          <p:cNvSpPr/>
          <p:nvPr/>
        </p:nvSpPr>
        <p:spPr>
          <a:xfrm>
            <a:off x="457200" y="2057400"/>
            <a:ext cx="38404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3682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Para el Vecino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5603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Solicita certificados, postula proyectos, reserva espacios y ve noticias.</a:t>
            </a:r>
            <a:endParaRPr lang="en-US" sz="1300" dirty="0"/>
          </a:p>
        </p:txBody>
      </p:sp>
      <p:sp>
        <p:nvSpPr>
          <p:cNvPr id="9" name="tarjeta Para el Directorio"/>
          <p:cNvSpPr/>
          <p:nvPr/>
        </p:nvSpPr>
        <p:spPr>
          <a:xfrm>
            <a:off x="457200" y="3474720"/>
            <a:ext cx="38404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78561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3611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Para el Directorio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3977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Aprueba solicitudes, emite PDFs, publica noticias y gestiona el sistema.</a:t>
            </a:r>
            <a:endParaRPr lang="en-US" sz="1300" dirty="0"/>
          </a:p>
        </p:txBody>
      </p:sp>
      <p:pic>
        <p:nvPicPr>
          <p:cNvPr id="14" name="captura home" descr="/mnt/user-data/uploads/1792385489056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463040"/>
            <a:ext cx="4114800" cy="1933621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5" name="Text 10"/>
          <p:cNvSpPr txBox="1"/>
          <p:nvPr/>
        </p:nvSpPr>
        <p:spPr>
          <a:xfrm>
            <a:off x="457200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Página de inicio (sin sesión)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adaptado a un proyecto individual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 mantuvieron los 3 roles y los 5 eventos de Scrum, ajustando los tiempos a un solo desarrollador.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852809"/>
              </p:ext>
            </p:extLst>
          </p:nvPr>
        </p:nvGraphicFramePr>
        <p:xfrm>
          <a:off x="457200" y="1645920"/>
          <a:ext cx="8229600" cy="3017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Evento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Duración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 aplicado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Sprint Planning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1-2 horas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 Owner (priorizar)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Daily Scrum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min (autorrevisión)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Scrum Master (desbloquear)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Desarrollo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6-8 horas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Developer (programar)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Sprint Review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min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 Owner + SM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Retrospectiva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Scrum Master (mejorar)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 relacional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PostgreSQL · 17 tablas en 8 módulos · escalable y con trazabilidad</a:t>
            </a:r>
            <a:endParaRPr lang="en-US" sz="1500" dirty="0"/>
          </a:p>
        </p:txBody>
      </p:sp>
      <p:pic>
        <p:nvPicPr>
          <p:cNvPr id="4" name="diagrama ER" descr="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8412480" cy="294457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Cada flecha parte de una clave foránea (FK) hacia la tabla referenciada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 PERN</a:t>
            </a:r>
            <a:endParaRPr lang="en-US" sz="3000" dirty="0"/>
          </a:p>
        </p:txBody>
      </p:sp>
      <p:sp>
        <p:nvSpPr>
          <p:cNvPr id="3" name="tarjeta PostgreSQL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910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17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783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Base de datos relacional: seguridad e integridad</a:t>
            </a:r>
            <a:endParaRPr lang="en-US" sz="1300" dirty="0"/>
          </a:p>
        </p:txBody>
      </p:sp>
      <p:sp>
        <p:nvSpPr>
          <p:cNvPr id="8" name="tarjeta Node.js + Express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5910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417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Node.js + Express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0" y="1783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Backend y API REST</a:t>
            </a:r>
            <a:endParaRPr lang="en-US" sz="1300" dirty="0"/>
          </a:p>
        </p:txBody>
      </p:sp>
      <p:sp>
        <p:nvSpPr>
          <p:cNvPr id="13" name="tarjeta React + Vite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32841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React + Vite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3520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Interfaz rápida y moderna</a:t>
            </a:r>
            <a:endParaRPr lang="en-US" sz="1300" dirty="0"/>
          </a:p>
        </p:txBody>
      </p:sp>
      <p:sp>
        <p:nvSpPr>
          <p:cNvPr id="18" name="tarjeta Seguridad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32841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Seguridad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0" y="3520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Contraseñas con bcrypt y autenticación con JWT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del Vecino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Interfaz intuitiva y accessible.</a:t>
            </a:r>
            <a:endParaRPr lang="en-US" sz="1500" dirty="0"/>
          </a:p>
        </p:txBody>
      </p:sp>
      <p:pic>
        <p:nvPicPr>
          <p:cNvPr id="4" name="captura vec" descr="/mnt/user-data/uploads/17923855013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4937760" cy="2336833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5" name="captura reg" descr="/mnt/user-data/uploads/179238549784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554480"/>
            <a:ext cx="3108960" cy="1479101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57200" y="3982753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Panel del vecino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577840" y="3125021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Registro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del Directorio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Panel de control para gestionar y aprobar trámites.</a:t>
            </a:r>
            <a:endParaRPr lang="en-US" sz="1500" dirty="0"/>
          </a:p>
        </p:txBody>
      </p:sp>
      <p:pic>
        <p:nvPicPr>
          <p:cNvPr id="4" name="captura dir" descr="/mnt/user-data/uploads/179238550572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4023360" cy="1919501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5" name="captura cert" descr="/mnt/user-data/uploads/179238553784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45920"/>
            <a:ext cx="4023360" cy="1877424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57200" y="3656861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Panel del Directorio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656861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Gestión de certificados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de procesos</a:t>
            </a:r>
            <a:endParaRPr lang="en-US" sz="3000" dirty="0"/>
          </a:p>
        </p:txBody>
      </p:sp>
      <p:sp>
        <p:nvSpPr>
          <p:cNvPr id="3" name="tarjeta Certificados en PDF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910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17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Certificados en PDF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783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Emisión automática con folio único.</a:t>
            </a:r>
            <a:endParaRPr lang="en-US" sz="1300" dirty="0"/>
          </a:p>
        </p:txBody>
      </p:sp>
      <p:sp>
        <p:nvSpPr>
          <p:cNvPr id="8" name="tarjeta Notificaciones por correo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5910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417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Notificaciones por correo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0" y="17830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Aviso al vecino cuando su trámite se aprueba o rechaza.</a:t>
            </a:r>
            <a:endParaRPr lang="en-US" sz="1300" dirty="0"/>
          </a:p>
        </p:txBody>
      </p:sp>
      <p:sp>
        <p:nvSpPr>
          <p:cNvPr id="13" name="tarjeta Control de cupos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32841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de cupos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3520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El backend valida que no se sobrepasen los cupos.</a:t>
            </a:r>
            <a:endParaRPr lang="en-US" sz="1300" dirty="0"/>
          </a:p>
        </p:txBody>
      </p:sp>
      <p:sp>
        <p:nvSpPr>
          <p:cNvPr id="18" name="tarjeta Calendario de reservas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32841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Calendario de reservas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0" y="35204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Validación de cruce de horarios por espacio.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 y calidad</a:t>
            </a:r>
            <a:endParaRPr lang="en-US" sz="3000" dirty="0"/>
          </a:p>
        </p:txBody>
      </p:sp>
      <p:sp>
        <p:nvSpPr>
          <p:cNvPr id="3" name="tarjeta WCAG 2.2 (ISO/IEC 40500)"/>
          <p:cNvSpPr/>
          <p:nvPr/>
        </p:nvSpPr>
        <p:spPr>
          <a:xfrm>
            <a:off x="457200" y="128016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910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1732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WCAG 2.2 (ISO/IEC 40500)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78308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Principios aplicados: etiquetas label y navegación por teclado.</a:t>
            </a:r>
            <a:endParaRPr lang="en-US" sz="1300" dirty="0"/>
          </a:p>
        </p:txBody>
      </p:sp>
      <p:sp>
        <p:nvSpPr>
          <p:cNvPr id="8" name="tarjeta ESLint"/>
          <p:cNvSpPr/>
          <p:nvPr/>
        </p:nvSpPr>
        <p:spPr>
          <a:xfrm>
            <a:off x="457200" y="242316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7340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56032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ESLint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292608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Análisis estático para evitar malas prácticas.</a:t>
            </a:r>
            <a:endParaRPr lang="en-US" sz="1300" dirty="0"/>
          </a:p>
        </p:txBody>
      </p:sp>
      <p:sp>
        <p:nvSpPr>
          <p:cNvPr id="13" name="tarjeta Trazabilidad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87705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70332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Trazabilidad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406908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Tabla historial_estado: fecha y responsable de cada cambio.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 y cierre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sistema optimiza el tiempo del directorio y empodera al vecino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aplicó el ciclo completo: análisis, diseño, desarrollo y pruebas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Scrum adaptado permitió entregar valor de forma iterativa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1280160"/>
            <a:ext cx="3200400" cy="292608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150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Proyecciones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15000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1762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0936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Notificaciones por WhatsApp API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15000" y="2926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044952"/>
            <a:ext cx="182880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936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Aplicación móvil nativa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2560320" cy="25603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pic>
        <p:nvPicPr>
          <p:cNvPr id="3" name="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194560" cy="167819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463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BFE"/>
                </a:solidFill>
              </a:rPr>
              <a:t>Alan Barria · Ingeniería en Informática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dad Territorial">
  <a:themeElements>
    <a:clrScheme name="Unidad Territorial">
      <a:dk1>
        <a:srgbClr val="1F2937"/>
      </a:dk1>
      <a:lt1>
        <a:srgbClr val="FFFFFF"/>
      </a:lt1>
      <a:dk2>
        <a:srgbClr val="1E3A8A"/>
      </a:dk2>
      <a:lt2>
        <a:srgbClr val="F1F5F9"/>
      </a:lt2>
      <a:accent1>
        <a:srgbClr val="2563EB"/>
      </a:accent1>
      <a:accent2>
        <a:srgbClr val="F59E0B"/>
      </a:accent2>
      <a:accent3>
        <a:srgbClr val="15803D"/>
      </a:accent3>
      <a:accent4>
        <a:srgbClr val="7C3AED"/>
      </a:accent4>
      <a:accent5>
        <a:srgbClr val="BE123C"/>
      </a:accent5>
      <a:accent6>
        <a:srgbClr val="0F766E"/>
      </a:accent6>
      <a:hlink>
        <a:srgbClr val="2563EB"/>
      </a:hlink>
      <a:folHlink>
        <a:srgbClr val="7C3AED"/>
      </a:folHlink>
    </a:clrScheme>
    <a:fontScheme name="Unidad Territori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468</Words>
  <Application>Microsoft Office PowerPoint</Application>
  <PresentationFormat>Presentación en pantalla (16:9)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Unidad Territorial</vt:lpstr>
      <vt:lpstr>Presentación de PowerPoint</vt:lpstr>
      <vt:lpstr>La gestión manual en las Juntas de Vecinos</vt:lpstr>
      <vt:lpstr>Sistema Unidad Territorial</vt:lpstr>
      <vt:lpstr>Scrum adaptado a un proyecto individual</vt:lpstr>
      <vt:lpstr>Modelo de datos relacional</vt:lpstr>
      <vt:lpstr>Stack tecnológico PERN</vt:lpstr>
      <vt:lpstr>Módulo del Vecino</vt:lpstr>
      <vt:lpstr>Módulo del Directorio</vt:lpstr>
      <vt:lpstr>Automatización de procesos</vt:lpstr>
      <vt:lpstr>Accesibilidad y calidad</vt:lpstr>
      <vt:lpstr>Aprendizajes y cierre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Alan Barria</cp:lastModifiedBy>
  <cp:revision>2</cp:revision>
  <dcterms:created xsi:type="dcterms:W3CDTF">2026-10-19T04:56:18Z</dcterms:created>
  <dcterms:modified xsi:type="dcterms:W3CDTF">2026-10-19T11:42:24Z</dcterms:modified>
</cp:coreProperties>
</file>